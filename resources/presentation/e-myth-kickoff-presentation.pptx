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274320"/>
            <a:ext cx="3657600" cy="243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Building a Business That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An Introduction to E-Myth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Are We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Highland is growing — and that's exciting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Growth brings complexity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Complexity without systems = chaos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We need to build a business that can scale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Today: We start that 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the E-Myth?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E-Myth = Entrepreneurial Myth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Based on Michael Gerber's 'The E-Myth Revisited'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The Myth: Technical skill = business skill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The Reality: Running a business requires different skills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Being a great physician ≠ being a great business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 Tale of Two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Practice A: Owner-Dependent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Owner knows everything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No written procedures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Quality varies by who's working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Owner can never take time off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If owner gets sick, business stops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Limited value to sell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Practice B: Systems-Driven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Systems document everything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Anyone can be trained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Consistent patient experience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Owner works ON business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Business runs independently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Valuable, sellable asset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Three Personalities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Personality</a:t>
                      </a:r>
                    </a:p>
                  </a:txBody>
                  <a:tcPr>
                    <a:solidFill>
                      <a:srgbClr val="2D8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D8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D8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2D8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Strategy, growth, ideas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Past/Present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SOPs, metrics, consistency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Technician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The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Patient care, daily tasks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My Honest Self-Assessment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Current split: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Entrepreneur: ~10% (where I want more time)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Manager: ~15% (building systems)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Technician: ~75% (clinical work)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The Problem: Too much Technician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The Goal: Better balance across all three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Franchise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Key Question: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"How would I run this if I were going to franchise it?"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Franchise mindset means: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Every process is documented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Anyone can be trained to do any role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Quality is consistent, not person-dependent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The system runs the business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Working ON vs. Working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Working IN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Seeing patients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Answering questions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Solving daily problems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Doing tasks yourself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Fighting fires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Working ON the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Creating systems &amp; SOPs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Strategic planning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Developing the team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Building for the future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Preventing fires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This Means for Highland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We are going to: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1. Document our systems (how things work)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2. Create position contracts (who does what)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3. Establish vision, mission, and values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4. Build an organizational chart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5. Set up consistent meeting rhythms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6. Track what matters (KPIs)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This Means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Benefits for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Clearer expectations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Better training systems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More consistency, less chaos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Career growth opportunities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 stronger Highland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8A8A"/>
                </a:solidFill>
              </a:defRPr>
            </a:pPr>
            <a:r>
              <a:t>Your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Help document processes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Give feedback on contracts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Participate in discussions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Embrace documentation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Bring ideas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Position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What is a Position Contract?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Not a job description — an accountability agreement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Defines the results you're responsible for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Includes measurable standards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Example accountabilities: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'Maintain patient satisfaction above 4.5/5'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'Respond to messages within 4 business hours'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Organizational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Two charts we need: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1. Current State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Who does what today (even with multiple hats)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2. Future State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What positions we need as we grow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Key: The chart is about POSITIONS, not people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Exercise: Your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Think for 30 seconds: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1. What are your main responsibilities?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2. If you were gone for a week, what would fall through?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3. Is any of that documented step-by-step?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This shows why systems matter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 1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By end of this week: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☐ Everyone understands E-Myth basics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☐ 1:1 conversation with each team member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☐ Organizational chart drafted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☐ Recurring meetings scheduled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☐ Position contracts distributed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This is about foundation, not perfection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What's NOT Changing (Yet)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Week 1 is education, not disruption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Your daily work stays the same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Patient care stays the same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No new software or tools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No major process changes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Change will be planned and gradual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First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This week, each of you will: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1. Review your position contract draft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2. Think about what's accurate vs. missing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3. Identify ONE process you'd like to document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4. Come to your 1:1 ready to discuss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Due: Your 1:1 meeting (this week)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What's unclear?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What concerns do you have?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What excites you?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No question is too basic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"The system runs the business. People run the system. And people are far more effective running systems than simply running around putting out fires."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48A3A"/>
                </a:solidFill>
              </a:defRPr>
            </a:pPr>
            <a:r>
              <a:t>— Michael Gerber, The E-Myth Revisited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2344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Immediately: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1:1 meetings scheduled (check your calendar)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Position contract draft shared by tomorrow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Weekly team meeting: [DAY/TIME]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Questions after this meeting?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Come talk to me directly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• Email: lindsleyjosh@gmail.com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ghl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274320"/>
            <a:ext cx="3657600" cy="243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Building a Business That Works</a:t>
            </a:r>
            <a:br/>
            <a:br/>
            <a:r>
              <a:t>Let's do this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